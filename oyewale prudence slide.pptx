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5" r:id="rId5"/>
    <p:sldId id="319" r:id="rId6"/>
    <p:sldId id="320" r:id="rId7"/>
    <p:sldId id="308" r:id="rId8"/>
    <p:sldId id="311" r:id="rId9"/>
    <p:sldId id="312" r:id="rId10"/>
    <p:sldId id="307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82"/>
  </p:normalViewPr>
  <p:slideViewPr>
    <p:cSldViewPr snapToGrid="0">
      <p:cViewPr varScale="1">
        <p:scale>
          <a:sx n="74" d="100"/>
          <a:sy n="74" d="100"/>
        </p:scale>
        <p:origin x="340" y="48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12/12/2025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886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10" y="926878"/>
            <a:ext cx="4481866" cy="220109"/>
          </a:xfrm>
        </p:spPr>
        <p:txBody>
          <a:bodyPr/>
          <a:lstStyle/>
          <a:p>
            <a:pPr algn="ctr"/>
            <a:r>
              <a:rPr lang="en-US" dirty="0"/>
              <a:t>AN Oral Presentation ON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8" y="1536192"/>
            <a:ext cx="9364110" cy="439565"/>
          </a:xfrm>
        </p:spPr>
        <p:txBody>
          <a:bodyPr/>
          <a:lstStyle/>
          <a:p>
            <a:r>
              <a:rPr lang="en-US" sz="2800" dirty="0"/>
              <a:t>STUDENT INDUSTRIAL WORK EXPERIENCE SCHEME (SIWES).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477E09-8432-5A29-4618-6D2771BC3AD3}"/>
              </a:ext>
            </a:extLst>
          </p:cNvPr>
          <p:cNvSpPr txBox="1">
            <a:spLocks/>
          </p:cNvSpPr>
          <p:nvPr/>
        </p:nvSpPr>
        <p:spPr>
          <a:xfrm>
            <a:off x="841248" y="2450592"/>
            <a:ext cx="9364110" cy="4395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None/>
              <a:defRPr sz="80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/>
              <a:t>Undertaken at</a:t>
            </a:r>
            <a:r>
              <a:rPr lang="en-US" sz="2800" dirty="0"/>
              <a:t>: FUTA RADIO (93.1 FM),  AKURE, ONDO STATE.</a:t>
            </a:r>
          </a:p>
          <a:p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364EA-ABEB-7059-47D2-A964F6606401}"/>
              </a:ext>
            </a:extLst>
          </p:cNvPr>
          <p:cNvSpPr txBox="1"/>
          <p:nvPr/>
        </p:nvSpPr>
        <p:spPr>
          <a:xfrm>
            <a:off x="5143500" y="6271651"/>
            <a:ext cx="7424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Presented by:  OYEWALE PRUDENCE CHIDINMA(CPE/20/5631)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567A8-F195-3F15-ED09-19C40A52CDD4}"/>
              </a:ext>
            </a:extLst>
          </p:cNvPr>
          <p:cNvSpPr txBox="1"/>
          <p:nvPr/>
        </p:nvSpPr>
        <p:spPr>
          <a:xfrm>
            <a:off x="0" y="6271651"/>
            <a:ext cx="628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FROM JULY</a:t>
            </a:r>
            <a:r>
              <a:rPr lang="en-US" b="1">
                <a:solidFill>
                  <a:schemeClr val="bg1"/>
                </a:solidFill>
              </a:rPr>
              <a:t>, 2025 </a:t>
            </a:r>
            <a:r>
              <a:rPr lang="en-US" b="1" dirty="0">
                <a:solidFill>
                  <a:schemeClr val="bg1"/>
                </a:solidFill>
              </a:rPr>
              <a:t>TO NOVEMBER</a:t>
            </a:r>
            <a:r>
              <a:rPr lang="en-US" b="1">
                <a:solidFill>
                  <a:schemeClr val="bg1"/>
                </a:solidFill>
              </a:rPr>
              <a:t>, 2025.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54132-069E-D3B2-7424-182DDC36887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7459" y1="41040" x2="77459" y2="41040"/>
                        <a14:foregroundMark x1="47541" y1="78035" x2="47541" y2="78035"/>
                        <a14:foregroundMark x1="74590" y1="82659" x2="74590" y2="82659"/>
                        <a14:foregroundMark x1="65164" y1="81503" x2="65164" y2="81503"/>
                        <a14:foregroundMark x1="59016" y1="82659" x2="59016" y2="82659"/>
                        <a14:foregroundMark x1="70082" y1="57225" x2="70082" y2="57225"/>
                        <a14:foregroundMark x1="75000" y1="57225" x2="75000" y2="57225"/>
                        <a14:foregroundMark x1="81148" y1="57225" x2="81148" y2="57225"/>
                        <a14:foregroundMark x1="73770" y1="57225" x2="73770" y2="57225"/>
                        <a14:foregroundMark x1="78279" y1="56647" x2="78279" y2="56647"/>
                        <a14:foregroundMark x1="75820" y1="56647" x2="75820" y2="56647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249058" y="3184879"/>
            <a:ext cx="3441700" cy="279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9160-4C04-A8D9-F9CD-D4E23CB4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9BEF-87E8-C5AA-9922-426AE7A0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ENGINEERING Department &amp; Units Worked 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FC649-4956-68D8-04A5-2EBF2E5D9D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/>
          <a:p>
            <a:r>
              <a:rPr lang="en-US" sz="2400" b="1" dirty="0"/>
              <a:t>Engineering Department Units:</a:t>
            </a:r>
            <a:endParaRPr lang="en-US" sz="2400" dirty="0"/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Production/Transmission Unit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Sound &amp; Editing Unit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Electrical/Power Unit</a:t>
            </a:r>
          </a:p>
          <a:p>
            <a:r>
              <a:rPr lang="en-US" sz="2400" b="1" dirty="0"/>
              <a:t>My Primary Work Areas:</a:t>
            </a:r>
          </a:p>
          <a:p>
            <a:pPr marL="898398" lvl="1" indent="-514350">
              <a:buFont typeface="+mj-lt"/>
              <a:buAutoNum type="arabicPeriod"/>
            </a:pPr>
            <a:r>
              <a:rPr lang="en-US" sz="2400" dirty="0"/>
              <a:t>Live Studio — program production</a:t>
            </a:r>
          </a:p>
          <a:p>
            <a:pPr marL="898398" lvl="1" indent="-514350">
              <a:buFont typeface="+mj-lt"/>
              <a:buAutoNum type="arabicPeriod"/>
            </a:pPr>
            <a:r>
              <a:rPr lang="en-US" sz="2400" dirty="0"/>
              <a:t>Recording Studio — sound editing</a:t>
            </a:r>
          </a:p>
          <a:p>
            <a:pPr marL="898398" lvl="1" indent="-514350">
              <a:buFont typeface="+mj-lt"/>
              <a:buAutoNum type="arabicPeriod"/>
            </a:pPr>
            <a:r>
              <a:rPr lang="en-US" sz="2400" dirty="0"/>
              <a:t>Transmitter Room — RF equipment handling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34EDF-F733-E6E1-4EF7-1A0327D31D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939A4C-EDD9-62B4-4AD6-6372ECE1C905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219788" y="184578"/>
            <a:ext cx="2130964" cy="2226556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4112FF-77F2-74A2-CCEA-05CE7132A5C5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9120203" y="2494715"/>
            <a:ext cx="2330133" cy="1697722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7093F-4EA9-D3D5-A41A-1769BCD5634B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9219788" y="4276018"/>
            <a:ext cx="2065784" cy="23463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260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A13C-B74B-2356-6B57-3A87074C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A8EF-2F7D-5254-C9DC-522910DC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Tasks and responsibilities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DD247-2848-60E1-5D84-6DABCC22D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Live Studio (Production):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Setting up the condenser microphones and transmitter room.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Transmission of live programs.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Coordination with Broadcasting Team.</a:t>
            </a:r>
          </a:p>
          <a:p>
            <a:pPr marL="749808" lvl="2" indent="0">
              <a:buNone/>
            </a:pPr>
            <a:endParaRPr lang="en-US" dirty="0"/>
          </a:p>
          <a:p>
            <a:r>
              <a:rPr lang="en-US" b="1" dirty="0"/>
              <a:t>Recording Studio (Audio Editing):</a:t>
            </a:r>
            <a:endParaRPr lang="en-US" dirty="0"/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Editing voiceovers in Adobe Audition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Removing noise, adjusting decibels</a:t>
            </a:r>
          </a:p>
          <a:p>
            <a:pPr marL="1264158" lvl="2" indent="-514350">
              <a:buFont typeface="+mj-lt"/>
              <a:buAutoNum type="arabicPeriod"/>
            </a:pPr>
            <a:r>
              <a:rPr lang="en-US" dirty="0"/>
              <a:t>Adding effects, exporting broadcast-ready audio</a:t>
            </a:r>
          </a:p>
          <a:p>
            <a:pPr marL="749808" lvl="2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2B9D5-E7E4-D50E-738B-850D12480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E28910-5907-60E7-E9F3-727D8422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449" y="841248"/>
            <a:ext cx="3888357" cy="51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4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ACHIEVEMENTS AND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Knowledge of signal transmission.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Audio Engineering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Troubleshooting of technical issues such as Equipment failure, outdated software and cable/connection failure.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Gained valuable soft skills like teamwork and effective communication.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A198F3-806E-1609-CA60-C072CCBBBAA9}"/>
              </a:ext>
            </a:extLst>
          </p:cNvPr>
          <p:cNvSpPr txBox="1">
            <a:spLocks/>
          </p:cNvSpPr>
          <p:nvPr/>
        </p:nvSpPr>
        <p:spPr>
          <a:xfrm>
            <a:off x="856488" y="3942602"/>
            <a:ext cx="10479024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PROJECT DONE</a:t>
            </a:r>
            <a:br>
              <a:rPr lang="en-US"/>
            </a:b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FF96C9A-93C0-4101-940D-897DAD85B1A2}"/>
              </a:ext>
            </a:extLst>
          </p:cNvPr>
          <p:cNvSpPr txBox="1">
            <a:spLocks/>
          </p:cNvSpPr>
          <p:nvPr/>
        </p:nvSpPr>
        <p:spPr>
          <a:xfrm>
            <a:off x="841248" y="4599190"/>
            <a:ext cx="2862072" cy="44799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Tasked with setting up the studio for live programs broadcast  as team work.</a:t>
            </a:r>
          </a:p>
          <a:p>
            <a:pPr>
              <a:buFont typeface="Wingdings" pitchFamily="2" charset="2"/>
              <a:buChar char="q"/>
            </a:pPr>
            <a:r>
              <a:rPr lang="en-US"/>
              <a:t>Documentation of routine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95" y="478939"/>
            <a:ext cx="6556248" cy="557784"/>
          </a:xfrm>
        </p:spPr>
        <p:txBody>
          <a:bodyPr/>
          <a:lstStyle/>
          <a:p>
            <a:r>
              <a:rPr lang="en-US" dirty="0"/>
              <a:t>Challenges faced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694" y="1174518"/>
            <a:ext cx="6556247" cy="4479925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+mj-lt"/>
              </a:rPr>
              <a:t>Microphone Sensitivity Issues: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Required recalibration &amp; proper gain structure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b="1" dirty="0">
              <a:solidFill>
                <a:schemeClr val="tx1"/>
              </a:solidFill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+mj-lt"/>
              </a:rPr>
              <a:t>Outdated  Devices and Audio Console Channels: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The devices </a:t>
            </a:r>
            <a:r>
              <a:rPr lang="en-US" altLang="en-US" dirty="0" err="1">
                <a:solidFill>
                  <a:schemeClr val="tx1"/>
                </a:solidFill>
                <a:latin typeface="+mj-lt"/>
              </a:rPr>
              <a:t>couldnot</a:t>
            </a:r>
            <a:r>
              <a:rPr lang="en-US" altLang="en-US" dirty="0">
                <a:solidFill>
                  <a:schemeClr val="tx1"/>
                </a:solidFill>
                <a:latin typeface="+mj-lt"/>
              </a:rPr>
              <a:t> run the software effectively Some ports produced noise; required cable tracing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+mj-lt"/>
              </a:rPr>
              <a:t>Occasional Transmitter Room Overheating: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Learned to monitor cooling cycles &amp; AC efficiency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+mj-lt"/>
              </a:rPr>
              <a:t>Power Fluctuations:</a:t>
            </a: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+mj-lt"/>
              </a:rPr>
              <a:t>UPS load balancing &amp; surge protection monitoring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074757-5438-D566-3366-4572CFE91060}"/>
              </a:ext>
            </a:extLst>
          </p:cNvPr>
          <p:cNvPicPr/>
          <p:nvPr/>
        </p:nvPicPr>
        <p:blipFill>
          <a:blip r:embed="rId2" cstate="print"/>
          <a:srcRect l="30338" t="38956" r="26876" b="23020"/>
          <a:stretch>
            <a:fillRect/>
          </a:stretch>
        </p:blipFill>
        <p:spPr>
          <a:xfrm>
            <a:off x="8647479" y="615205"/>
            <a:ext cx="2915729" cy="1738953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E548C5-D80B-A17F-D674-210C55AE36BE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582283" y="2496784"/>
            <a:ext cx="3046123" cy="18644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75BAFA-03AB-7B89-1CA0-DC09783ECB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7" y="1536827"/>
            <a:ext cx="9363801" cy="44799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Upgrade aging studio consoles &amp; UPS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preventive maintenance schedule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 advanced RF engineering workshops for IT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Improve cooling in the transmitter room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E0E93-C6B0-0C8B-16D2-354982229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/>
          <a:p>
            <a:r>
              <a:rPr lang="en-US" sz="2000" dirty="0"/>
              <a:t>SIWES at FUTA Radio strengthened my practical competence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Broadcast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Signal Transmission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Studio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Audio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&amp; Equipment Management</a:t>
            </a:r>
          </a:p>
          <a:p>
            <a:r>
              <a:rPr lang="en-US" sz="2000" dirty="0"/>
              <a:t>This experience prepared me for stronger performance as a Computer Engineering student and future broadcast/communication engineer.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 for listening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/>
          <a:p>
            <a:r>
              <a:rPr lang="en-US" dirty="0"/>
              <a:t>OYEWALE PRUDENCE CHIDINMA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92</TotalTime>
  <Words>340</Words>
  <Application>Microsoft Office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Light</vt:lpstr>
      <vt:lpstr>Arial</vt:lpstr>
      <vt:lpstr>Calibri</vt:lpstr>
      <vt:lpstr>Wingdings</vt:lpstr>
      <vt:lpstr>Custom</vt:lpstr>
      <vt:lpstr>AN Oral Presentation ON   </vt:lpstr>
      <vt:lpstr>ENGINEERING Department &amp; Units Worked In</vt:lpstr>
      <vt:lpstr>Tasks and responsibilities</vt:lpstr>
      <vt:lpstr>ACHIEVEMENTS AND LEARNING</vt:lpstr>
      <vt:lpstr>Challenges faced </vt:lpstr>
      <vt:lpstr>Recommendations </vt:lpstr>
      <vt:lpstr>Conclusion</vt:lpstr>
      <vt:lpstr>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Prudence Prince</dc:creator>
  <cp:lastModifiedBy>Prudence Prince</cp:lastModifiedBy>
  <cp:revision>6</cp:revision>
  <dcterms:created xsi:type="dcterms:W3CDTF">2025-12-11T12:03:30Z</dcterms:created>
  <dcterms:modified xsi:type="dcterms:W3CDTF">2025-12-12T05:01:13Z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